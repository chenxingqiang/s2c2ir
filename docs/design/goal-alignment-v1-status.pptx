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E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5603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B6FF"/>
                </a:solidFill>
                <a:latin typeface="Microsoft YaHei"/>
              </a:rPr>
              <a:t>现状  1 / 3    方向与交付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56692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4F7FB"/>
                </a:solidFill>
                <a:latin typeface="Microsoft YaHei"/>
              </a:rPr>
              <a:t>研究方向一致，这一刀的交付更窄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8B3C7"/>
                </a:solidFill>
                <a:latin typeface="Microsoft YaHei"/>
              </a:rPr>
              <a:t>Storage × Compute × Communication × Execution    统一组合语义，多个 realization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83080"/>
            <a:ext cx="5532120" cy="402336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1783080"/>
            <a:ext cx="5532120" cy="402336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83080"/>
            <a:ext cx="5532120" cy="73152"/>
          </a:xfrm>
          <a:prstGeom prst="rect">
            <a:avLst/>
          </a:prstGeom>
          <a:solidFill>
            <a:srgbClr val="7E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532120" cy="73152"/>
          </a:xfrm>
          <a:prstGeom prst="rect">
            <a:avLst/>
          </a:prstGeom>
          <a:solidFill>
            <a:srgbClr val="E7C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933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B6FF"/>
                </a:solidFill>
                <a:latin typeface="Microsoft YaHei"/>
              </a:rPr>
              <a:t>这一刀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一台设备，一块连续区域，容量 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KEEP → EVICT → TRANSFER → RESTORE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can-run-plan = no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carrier 文本  ≠  s2c2-opt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baseline 36fd6fd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next_cut = NOT OPENED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933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7C27A"/>
                </a:solidFill>
                <a:latin typeface="Microsoft YaHei"/>
              </a:rPr>
              <a:t>不是这一刀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42316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Token Path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MoE dispatch / all-to-all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集群拓扑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attention / CIM MVM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研究示意，不是 dialect op，也不是 inhabitant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E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5603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B6FF"/>
                </a:solidFill>
                <a:latin typeface="Microsoft YaHei"/>
              </a:rPr>
              <a:t>现状  2 / 3    仓库里的 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56692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4F7FB"/>
                </a:solidFill>
                <a:latin typeface="Microsoft YaHei"/>
              </a:rPr>
              <a:t>汇报草图里的名字，多数还不是 dialect 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1371600"/>
            <a:ext cx="11247120" cy="932688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9616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B6FF"/>
                </a:solidFill>
                <a:latin typeface="Microsoft YaHei"/>
              </a:rPr>
              <a:t>stor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572768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4F7FB"/>
                </a:solidFill>
                <a:latin typeface="Microsoft YaHei"/>
              </a:rPr>
              <a:t>object · materialize · transfer · alloc · dealloc · pack · unpack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423160"/>
            <a:ext cx="11247120" cy="932688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B6FF"/>
                </a:solidFill>
                <a:latin typeface="Microsoft YaHei"/>
              </a:rPr>
              <a:t>comp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624328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4F7FB"/>
                </a:solidFill>
                <a:latin typeface="Microsoft YaHei"/>
              </a:rPr>
              <a:t>matmul · elemwise · gated_mlp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3474720"/>
            <a:ext cx="11247120" cy="932688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6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B6FF"/>
                </a:solidFill>
                <a:latin typeface="Microsoft YaHei"/>
              </a:rPr>
              <a:t>comm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75888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4F7FB"/>
                </a:solidFill>
                <a:latin typeface="Microsoft YaHei"/>
              </a:rPr>
              <a:t>comm.copy · stream · barrier     kind: p2p · broadcast · reduce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4526279"/>
            <a:ext cx="11247120" cy="932688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54295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B6FF"/>
                </a:solidFill>
                <a:latin typeface="Microsoft YaHei"/>
              </a:rPr>
              <a:t>sched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727447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4F7FB"/>
                </a:solidFill>
                <a:latin typeface="Microsoft YaHei"/>
              </a:rPr>
              <a:t>task · concurrent · overlap · sched.pipeline · stage · wait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56692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A8B3C7"/>
                </a:solidFill>
                <a:latin typeface="Microsoft YaHei"/>
              </a:rPr>
              <a:t>空间：register · sram · dram · hbm · ssd · cim · host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A8B3C7"/>
                </a:solidFill>
                <a:latin typeface="Microsoft YaHei"/>
              </a:rPr>
              <a:t>没有 comm.dispatch、comp.attention、sched.hb。HB 是 schedule 关系，不是一个 op。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E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5603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B6FF"/>
                </a:solidFill>
                <a:latin typeface="Microsoft YaHei"/>
              </a:rPr>
              <a:t>现状  3 / 3    下一刀何时才开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56692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4F7FB"/>
                </a:solidFill>
                <a:latin typeface="Microsoft YaHei"/>
              </a:rPr>
              <a:t>四个 dialect 仍表达不了必要关系，才提议新合同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1325880"/>
            <a:ext cx="6858000" cy="416052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325880"/>
            <a:ext cx="4297680" cy="416052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325880"/>
            <a:ext cx="6858000" cy="73152"/>
          </a:xfrm>
          <a:prstGeom prst="rect">
            <a:avLst/>
          </a:prstGeom>
          <a:solidFill>
            <a:srgbClr val="7E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2360" y="1325880"/>
            <a:ext cx="4297680" cy="73152"/>
          </a:xfrm>
          <a:prstGeom prst="rect">
            <a:avLst/>
          </a:prstGeom>
          <a:solidFill>
            <a:srgbClr val="E7C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36192"/>
            <a:ext cx="6492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B6FF"/>
                </a:solidFill>
                <a:latin typeface="Microsoft YaHei"/>
              </a:rPr>
              <a:t>开下一刀，要这四步都成立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1  有一个真实场景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2  stor / comp / comm / sched 合在一起仍表达不了必要关系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3  不是非法输入、缺 witness，或 plan 对不上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F7FB"/>
                </a:solidFill>
                <a:latin typeface="Microsoft YaHei"/>
              </a:rPr>
              <a:t>4  然后才提议新合同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8B3C7"/>
                </a:solidFill>
                <a:latin typeface="Microsoft YaHei"/>
              </a:rPr>
              <a:t>规则写在 empirical-semantic-boundary-v1.md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536192"/>
            <a:ext cx="3931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7C27A"/>
                </a:solidFill>
                <a:latin typeface="Microsoft YaHei"/>
              </a:rPr>
              <a:t>这些不是开刀的理由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7FB"/>
                </a:solidFill>
                <a:latin typeface="Microsoft YaHei"/>
              </a:rPr>
              <a:t>再来一个 collective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7FB"/>
                </a:solidFill>
                <a:latin typeface="Microsoft YaHei"/>
              </a:rPr>
              <a:t>场景超出 W0-3/2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7FB"/>
                </a:solidFill>
                <a:latin typeface="Microsoft YaHei"/>
              </a:rPr>
              <a:t>routing dialect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7FB"/>
                </a:solidFill>
                <a:latin typeface="Microsoft YaHei"/>
              </a:rPr>
              <a:t>新的 HB 规则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7FB"/>
                </a:solidFill>
                <a:latin typeface="Microsoft YaHei"/>
              </a:rPr>
              <a:t>Search / 通用改写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7FB"/>
                </a:solidFill>
                <a:latin typeface="Microsoft YaHei"/>
              </a:rPr>
              <a:t>一次性能测量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56692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A8B3C7"/>
                </a:solidFill>
                <a:latin typeface="Microsoft YaHei"/>
              </a:rPr>
              <a:t>复核：python3 runtime/record_goal_alignment.py --print-goal-alignment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A8B3C7"/>
                </a:solidFill>
                <a:latin typeface="Microsoft YaHei"/>
              </a:rPr>
              <a:t>语义基线 36fd6fd 不因这三页改变。next_cut = NOT OPENED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